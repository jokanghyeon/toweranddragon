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4443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안녕하세요. 타워디펜스와 도시건설을 결합한 싱글플레이 전략 게임 "수성록(Tower and Dragons)" 최종 결과 보고를 시작하겠습니다. 3팀 발표를 맡은 OOO입니다.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발표는 다섯 장으로 구성됩니다. 개요와 팀 구성, 수행 절차를 먼저 짚고, 네 번째 장인 수행 경과에서 실제 구현한 핵심 기능과 성과를 집중적으로 다루겠습니다.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타워디펜스에 도시건설을 결합한 싱글플레이 전략 게임입니다. 한 줄 컨셉은 "낮의 선택이 밤의 생존을 결정한다"입니다. 낮에 한정된 자원을 어디에 투자하느냐가 그날 밤의 결과로 그대로 돌아오는 구조를 장르 문법으로 잡았습니다.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차별화는 세 가지입니다. 용, 인구, 확장. 중요한 건 이 셋이 따로 노는 기능이 아니라 서로 물려 있다는 점입니다. 확장하면 인구를 얻지만 적도 늘고, 그 인구를 방어에 넣으면 생산이 줄고, 용은 그 균형을 흔드는 별도 카드로 작동합니다.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역할 구분은 실제 Git 이력을 분석해 정리했습니다. 네 명이 각각 인프라, UI, 낮 운영, 밤 전투로 영역을 나눠 맡았고, 겹치는 구역은 씬과 건물 스크립트 정도로 한정됩니다.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기여도는 감이 아니라 Git 이력을 실제로 집계해 정리했습니다. 주목할 점은 전담 디렉터리 점유율이 대부분 70%를 넘는다는 것입니다. 담당 경계가 명확했다는 뜻이고, 그래서 네 명이 동시에 작업해도 충돌이 씬과 건물 스크립트 정도로 한정됐습니다. 커밋 수 자체는 기여량이 아닙니다 — 데이터 에셋을 다루면 늘고 스크립트를 깊게 파면 줄어들기 때문에, 커밋 수보다 전담 영역을 함께 보셔야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9주 일정을 사전 기획 → 설계 → 프로토타입 → 알파 → 베타 → 폴리싱의 6단계로 나눴습니다. 특히 매주 빌드를 끊고 빌드 결과 보고서를 남겨, 다음 주 작업 우선순위를 문서로 확정하는 방식으로 진행했습니다.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이제부터 실제로 무엇을 구현했는지 시스템 단위로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먼저 잡은 것이 이 루프입니다. 낮에는 시간 제한을 두지 않아 충분히 고민하게 하고, 대신 밤에는 개입 여지를 줄여 낮의 선택이 그대로 결과로 드러나게 했습니다. 28일 4주기 동안 포탈이 하나씩 늘어나며 난이도가 계단식으로 올라갑니다.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인구는 이 게임에서 가장 많이 만졌던 시스템입니다. 처음에는 단순히 모으면 좋은 자원이었는데, 그러면 최적해가 하나로 수렴해 버립니다. 식량 유지비를 붙여 "늘리는 것 자체에 비용이 든다"로 바꾸면서 배분 고민이 실제로 살아났습니다.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용은 저희 게임의 얼굴입니다. 어미용은 판을 통째로 뒤집는 광역 효과를, 새끼용은 특정 지역의 한계를 풀어주는 거점 버퍼를 담당합니다. 중요한 건 새끼용이 인구가 아니라 슬라임을 먹는다는 점인데, 덕분에 인구 배분과 독립된 별도의 운영 고민이 생깁니다.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타워 파괴를 비활성화로 바꾼 것이 이번 프로젝트에서 체감이 가장 컸던 설계 변경입니다. 원래는 밤에 한 번 뚫리면 그대로 게임이 끝나버리는 느낌이었는데, 비활성화 + 충원율 구조로 바꾸면서 실패가 다시 인구 배분 고민으로 되돌아오게 됐습니다.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점령은 "넓히면 무조건 이득"이 되면 안 되는 시스템입니다. 그래서 점령할수록 적이 강해지게 했는데, 처음에 스탯 배율로 처리하니 곱연산이 겹쳐 난이도가 폭발했습니다. 추가 스폰 방식으로 바꾸면서 난이도 상승이 예측 가능한 선형에 가까워졌습니다.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연구와 용 스킬트리를 굳이 분리한 이유를 강조하고 싶습니다. 하나의 포인트로 합치면 결국 효율 좋은 쪽만 찍게 되어 빌드 다양성이 사라집니다. 재화 자체를 분리해 두 축을 병렬로 키우게 만들었습니다.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명이 한 프로젝트를 만지면서 충돌 없이 굴러가게 하려면 규칙이 먼저 필요했습니다. CLAUDE.md 한 문서에 커밋 규칙부터 이벤트 초기화 순서까지 모아두고, 사람과 AI 에이전트가 같은 문서를 보고 작업하게 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알파 이후에는 새 기능보다 완성도에 집중했습니다. 특히 이 게임은 규칙이 많아서, 튜토리얼과 가이드 퀘스트 없이는 처음 플레이하는 사람이 무엇을 해야 할지 알기 어려웠습니다.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수치는 실제 게임 데이터 에셋을 집계한 값입니다. 타워 13종, 몬스터 34종, 용 스킬트리 70노드가 핵심이고, 여기에 28일 웨이브와 38개 연구 노드가 붙습니다. 콘텐츠 양보다 중요한 건 이것들이 전부 데이터 에셋으로 분리돼 있어 코드 수정 없이 추가·조정이 가능하다는 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기획을 그대로 밀어붙이지 않고 실제 플레이 피드백에 따라 덜어낸 부분입니다. 공통점은 "복잡하지만 고민할 가치는 없던 것"과 "한 번 실패하면 회복이 불가능하던 것"을 걷어냈다는 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[영상 삽입 필요] 5~10분 분량, 100MB 이하, 기능별 소개 음성 포함. 별도 파일 제출도 가능하므로 용량 초과 시 분리 제출을 검토합니다.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점수는 팀 내부 합의로 8.5점을 매겼습니다. 핵심 루프가 전부 붙어 있고 완주가 가능하다는 점은 자신 있게 말씀드릴 수 있지만, 아직 마감하지 못한 공백이 명확히 남아 있어 그것까지 감안한 점수입니다.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[발표 전 반드시 채울 것] 팀원별 느낀 점을 각자 1~2문장으로 작성합니다. 구체적인 경험(어떤 시스템을 만들며 무엇을 배웠는지)이 들어가야 설득력이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예상 질문: ① 왜 멀티가 아니라 싱글인가 ② 밸런스는 어떻게 검증했는가 ③ 남은 공백은 언제까지 마감할 것인가 ④ AI 도구를 어디까지 활용했는가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디벨로켓 · Unity를 활용한 게임개발자 부트캠프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협약 프로젝트 최종 결과 보고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수성록 </a:t>
            </a:r>
            <a:r>
              <a:rPr lang="en-US" sz="4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 and Dragons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3375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타워디펜스 × 도시건설 — "낮의 선택이 밤의 생존을 결정한다"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97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3조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70916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조강현, 김지해, 이하늘, 나상욱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[멘토] [작성 필요]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수성록 (Tower and Dragons) · 최종 결과 보고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CONTENTS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08792" cy="283464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79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프로젝트 개요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주제 · 선정 배경 / 구현 내용 / 개발 환경 / 활용 방안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프로젝트 팀 구성 및 역할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팀원 역할 · 담당 업무 / Git 이력 기반 기여 분석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프로젝트 수행 절차 및 방법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수행 절차 / 일정 및 실행 내역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프로젝트 수행 경과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핵심 기능 / 기술 구조 / 성과 지표 / 시연 영상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자체 평가 의견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완성도 평가 / 개선점 / 느낀 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수성록 (Tower and Dragons) · 최종 결과 보고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60624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프로젝트 개요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"낮의 선택이 밤의 생존을 결정한다"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타워디펜스 × 도시건설 — 싱글플레이 전략 게임 「수성록 (Tower and Dragons)」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004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장르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930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타워디펜스 + 도시건설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392424" y="32004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392424" y="34930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PC · 싱글플레이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144768" y="32004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144768" y="34930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· C# · 데이터 기반 설계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32004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규모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897112" y="34930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9주 · 4인 · 1회차 28일 분량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4805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선정 배경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79145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미션 가이드를 "낮에 한정된 자원을 전략적으로 투자해 밤을 대비한다"로 해석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레퍼런스 — Thronefall(낮/밤 준비-방어) · Kingdom: Two Crowns(사전 준비형 전투) · FTL(제한 자원의 투자 고민)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수성록 (Tower and Dragons) · 최종 결과 보고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0624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프로젝트 개요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프로젝트 개요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차별화 포인트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장르 문법 위에 얹은 세 개의 고유 축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용의 운용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6032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어미용 5속성 스킬트리와 새끼용 운용.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연구와 분리된 별도 성장 축으로,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플레이어마다 다른 빌드가 나온다.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334256" y="20116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인구의 배분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334256" y="256032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한정된 인구를 생산 · 방어 · 점령 · 연구가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풀로 공유한다.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한쪽에 넣으면 다른 쪽에 구멍이 생긴다.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028432" y="20116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전략적 확장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8028432" y="256032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점령해야 인구 · 자원 · 타워를 얻지만,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확장할수록 적 스폰이 늘어난다.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성장과 위험이 같은 축에 묶여 있다.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4805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 방안 및 기대 효과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79145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기반 상용 수준 게임 개발 역량 · 데이터 주도 설계와 밸런싱 파이프라인 경험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대규모 시스템 간 연동 설계 능력 · 기획–구현–QA 전 주기 협업 및 AI 협업 개발 워크플로우 확보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수성록 (Tower and Dragons) · 최종 결과 보고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0624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프로젝트 개요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팀 구성 및 역할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구성 및 역할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업무는 Git 커밋 · PR 이력 기반 기여 분석으로 정리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908792" cy="32918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5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담당 업무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조강현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팀장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시스템 인프라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세이브/로드 시스템 단독 구현 · 설정 및 키 리바인딩 · 프로젝트 초기 골격과 매니저 · 미니맵 · 전장의 안개 · 툴팁 · 도움말 도감 · 가이드 퀘스트 · 씬 와이어링 점검 도구 · 팀 PR 통합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김지해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· 아트 연출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인게임 UI 프리팹 및 스프라이트 제작 · 성 체력과 게임오버 연출 · 점령/자원/연구 UI · 용 스킬트리 UI 연출 · 주민 캐릭터 이동 연출과 오브젝트 풀링 · 다국어 UI 연결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이하늘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낮 운영 · 온보딩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그리드 및 건물 배치 시스템 · 점령 시스템 · 자원 노드 · 봉인석 엔딩 · 튜토리얼 전담 · 새끼용 배치와 가이드 · 타워/몬스터 이펙트 및 전투 효과음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나상욱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밤 전투 · 밸런스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웨이브 · 포탈 · 몬스터 · 타워 시스템 · 인구 시스템 · 점령 페널티 · 용 시스템(어미용 스킬트리, 새끼용 속성) · 연구 시스템 · 밸런스 데이터 및 시뮬레이션 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3"/>
          <p:cNvSpPr txBox="1"/>
          <p:nvPr/>
        </p:nvSpPr>
        <p:spPr>
          <a:xfrm>
            <a:off x="64008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수성록 (Tower and Dragons) · 최종 결과 보고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0624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팀 구성 및 역할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팀 구성 및 역할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팀원별 기여 분석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 smtClean="0">
                <a:solidFill>
                  <a:srgbClr val="6E6E6E"/>
                </a:solidFill>
                <a:latin typeface="Calibri" pitchFamily="34" charset="0"/>
                <a:cs typeface="Calibri" pitchFamily="34" charset="-120"/>
              </a:rPr>
              <a:t>체계적인 역할 분담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08792" cy="28346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34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커밋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담당 PR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전담 영역 (기여 점유율)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조강현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머지 92건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세이브/로드 100% · 프로젝트 설정 66% · UI 42% · 게임 매니저 38%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김지해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주민 캐릭터 100% · UI 이미지 92% · 자원 데이터 78% · UI 프리팹 54%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이하늘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튜토리얼 99% · 건물 아트 99% · 튜토리얼 로직 91% · 점령 73%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나상욱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점령 밸런스 93% · 웨이브 77% · 웨이브 로직 76% · 몬스터 74%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49377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기여 분석에서 확인된 협업 구조</a:t>
            </a:r>
            <a:endParaRPr lang="en-US" sz="1150" dirty="0"/>
          </a:p>
        </p:txBody>
      </p:sp>
      <p:sp>
        <p:nvSpPr>
          <p:cNvPr id="5" name="Text 4"/>
          <p:cNvSpPr txBox="1"/>
          <p:nvPr/>
        </p:nvSpPr>
        <p:spPr>
          <a:xfrm>
            <a:off x="640080" y="5248656"/>
            <a:ext cx="10908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영역 분담 네 명이 인프라 · UI · 낮 운영 · 밤 전투로 나눠 맡아, 전담 영역 점유율이 대부분 70% 이상 — 담당 경계가 명확했음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공동 구역 씬 배선과 건물 스크립트 등 시스템 간 접점만 공동 작업 — 충돌 지점을 이 구역으로 국한시킴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체계 전체 PR 110건 중 92건(83.6%)을 팀장이 직접 리뷰·머지해 master 품질을 단일 창구에서 관리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5332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점유율은 코드 라인 수가 아니라 해당 영역의 파일을 수정한 횟수 기준입니다.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수성록 (Tower and Dragons) · 최종 결과 보고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0624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팀 구성 및 역할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수행 절차 및 방법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수행 일정 및 실행 내역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2026-07-03 ~ 2026-09-03 (총 9주)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908792" cy="3200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활동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사전 기획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7/03 ~ 7/11 (1.5주)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주제 선정, 컨셉 확정, 기획 종합 v2 작성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컨셉 발표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환경 구축 · 설계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7/14 ~ 7/25 (2주)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개발 환경 · 협업 규칙 수립, 코어 시스템 설계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 파이프라인 구축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프로토타입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7/28 ~ 8/07 (2주)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낮/밤 루프, 그리드 건설, 웨이브, 인구 코어 구현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빌드 3 · 빌드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알파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8/08 ~ 8/14 (1주)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 기능 연결, 용 스킬트리 · 속성 타워 · 랜드마크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중간 보고 / 빌드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베타 준비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8/15 ~ 8/21 (1주)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밸런싱 1차 패치, 튜토리얼 재구성, 가이드 퀘스트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빌드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베타 · 폴리싱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8/22 ~ 9/03 (2주)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공백 마감, 28일 완주 QA, 연출 · 사운드 보강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베타 8/28 · 최종 제출 9/03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수성록 (Tower and Dragons) · 최종 결과 보고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0624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수행 절차 및 방법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3464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수행 경과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 소개 · 기술 구조 · 성과 지표 · 시연 영상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수행 경과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 ① — 낮·밤 사이클과 정산 루프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개요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48256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플레이어의 모든 선택이 "낮"에 몰려 있고, 그 결과가 "밤"과 "정산"에서 한 번에 회수되는 게임의 최상위 루프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2316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루프 구조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34056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 — 시간 무제한. 건설 · 연구 · 인구 배치 · 점령 출격 · 용 속성 변경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밤 — 포탈에서 웨이브 진입. 그날 등장한 모든 적 격퇴 시 승리 (시간 제약 없음)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정산 — 전날 낮에 배치한 시설에서 자원 · 연구 · 점령 결과가 일괄 발생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주기 — 총 4주기 / 28일. 7일마다 보스 웨이브, 주기 종료 시 포탈 1개씩 누적 개방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42316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승리 · 패배 조건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734056"/>
            <a:ext cx="48737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승리 ① 4주기 최종 보스 격파 — 방어 중심, 입문자용 엔딩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승리 ② 4개 포탈 봉인석 건설 — 확장 중심, 숙련자용 조기 엔딩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패배 메인 성 파괴 (성은 체력제, 낮 패시브 회복 + 자원 수리)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02920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포인트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340096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 초기화 순서 문제를 피하기 위해 "구독은 Awake/OnEnable, 첫 발화는 Start 이후" 규칙을 팀 전체 코드 컨벤션으로 확정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정산 경계(OnDaySettled)를 세이브/로드의 기준점으로 삼아 저장 시점을 단일화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수성록 (Tower and Dragons) · 최종 결과 보고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0624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수행 경과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수행 경과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 ② — 인구 배분 시스템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개요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48256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인구를 "증가시키는 자원"이 아니라 "네 갈래로 쪼개야 하는 제약"으로 설계해, 매일 트레이드오프를 강제하는 핵심 시스템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10908792" cy="22860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배분처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배분 시 발생하는 기회비용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생산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농장 · 벌목장 등 생산 시설 가동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방어 인원이 줄어 밤 웨이브 화력 저하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방어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타워 가동 인원 (충원율에 비례해 공격 속도 결정)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생산량 감소로 다음 날 투자 여력 축소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점령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원정 병력으로 배치, 청크 점령 시 인구 · 자원 획득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출격 인원은 여러 날 동안 복귀 불가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연구소 배치 → 정산 시 연구 포인트(RP) 생성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즉시 효과가 없어 단기 생존과 충돌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512064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포인트 · 트러블슈팅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431536"/>
            <a:ext cx="10908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인구가 성장 자원으로만 인식되어 "많이 모으면 이긴다"는 단조로운 최적해가 나옴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 식량을 인구 유지비로 상시 소모하도록 연결 → 점령으로 인구가 늘수록 유지비가 함께 늘어 무한 확장을 억제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연출 인구 배치 · 회수 · 점령 원정 시 주민/병사 캐릭터가 실제로 필드를 이동하도록 시각화 (오브젝트 풀링 적용)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수성록 (Tower and Dragons) · 최종 결과 보고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0624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수행 경과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수행 경과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 ③ — 용 시스템 (어미용 · 새끼용)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개요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48256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연구(RP)와 완전히 분리된 두 번째 성장 축. 슬라임을 먹여 키우며, 플레이어의 직접 개입 수단이자 빌드 정체성을 만드는 시스템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어미용 — 메인 성 중앙 배치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88336"/>
            <a:ext cx="5669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5속성 (얼음 · 불 · 시간 · 암석 · 생명), 낮에 1회 속성 변경 가능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속성별 맵 전역 패시브 + 액티브 궁극기 = 미션 가이드의 "플레이어 공격 시스템"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속성별 8슬롯 · 총 70노드 규모의 전용 스킬트리 UI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예) 얼음 = 전 타워 둔화 부여 / 궁극기 전체 5초 빙결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37744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새끼용 — 필드 설치형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688336"/>
            <a:ext cx="48737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주기 보스 격파 보상(용알) → 부화 → 필드 배치, 주기당 1마리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 모드 / 버프 모드 선택 — 생산 배율, 건설 제한 해제, 지형 페널티 무효화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인구가 아닌 슬라임을 먹고 가동 → 굶으면 쓰러짐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적의 공격 대상에 포함되어 배치 위치 자체가 리스크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75488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포인트 · 트러블슈팅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065776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어미용 화상과 새끼용 화상이 같은 효과로 처리되어 중첩 시 의도보다 강한 피해가 발생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 새끼용 화상을 별도 효과로 분리하고 밸런스를 개별 조정 / 새끼용 아사(쓰러짐) 상태를 UI에 명시적으로 표시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수성록 (Tower and Dragons) · 최종 결과 보고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0624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수행 경과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수행 경과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 ④ — 타워 · 전투 시스템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개요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48256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속성 상성과 타겟 필터로 "무엇을 세울지"를 고민하게 하고, 파괴 대신 비활성화로 "실패해도 복구 가능한" 방어 구조를 만든 전투 시스템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10908792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1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구현 내용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기본 타워 3종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화살 · 석궁 · 머스킷 — 사거리 · 연사 · 비용의 삼각 구도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속성 타워 4종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얼음(둔화) · 불(지속 화상) · 암석(범위 스플래시) · 시간(버프 오라)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대공 타워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공중형 적 전용 대응 수단 (빌드 6 신규 추가)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적 타입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탱커형 · 용사냥꾼형 · 보호형(오라 면역) · 저격병 등 30여 종, 공중/지상 타겟 필터링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보스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주기 보스 3종 + 최종 보스 1종 — 전용 웨이브 구성 및 공격 데이터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49377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포인트 · 트러블슈팅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248656"/>
            <a:ext cx="10908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타워가 파괴되면 밤 방어 1회 실패가 곧바로 재건설 비용 폭탄 → 패배 스노우볼("부도")로 직결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 타워를 파괴하지 않고 비활성화 상태로 전환. 다음 날 인구를 다시 채우면(충원율) 그 비율에 비례해 부활 시간과 공격 속도가 결정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 밤의 실패가 게임 오버가 아니라 "다음 날 인구를 어디에 넣을 것인가"라는 전략 문제로 환원됨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수성록 (Tower and Dragons) · 최종 결과 보고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0624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수행 경과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수행 경과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 ⑤ — 점령 · 영토 확장과 지형 기믹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개요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48256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확장이 곧 성장이자 곧 위험이 되도록, 점령 보상과 적 강화를 같은 축에 묶은 리스크-리턴 시스템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 구조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88336"/>
            <a:ext cx="5669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맵 = 격자 청크 단위. 중앙 초원(기초 자원) + 외곽 4바이옴(용암 · 사막 · 설원 · 암석)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점령 = 낮에 인구 · 재료를 소모해 원정 출격 → 밤 방어 성공 시 획득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보상 = 인구 · 특화 자원 · 신규 타워 해금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자투리 청크 자동 편입 및 점령 가능 영역 외곽선 하이라이트 (UX)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37744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지형 · 랜드마크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688336"/>
            <a:ext cx="48737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지형 페널티 4종 — 늪지 · 화산 등 생산/공격 페널티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새끼용 버프 모드로 지형 페널티 무효화 → 극복형 기믹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랜드마크 — 청크 점령 감지 시 용알 · 자원 · 연구 해금 보상 지급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전장의 안개 — 연구로 가시 반경 확장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75488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포인트 · 트러블슈팅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065776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점령 페널티를 적 스탯 배율로 처리했더니, 청크 하나가 거의 모든 몬스터를 동시에 강화해 난이도가 급격히 튐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 스탯 배율 중심에서 추가 스폰 중심으로 전환하고, 지형별 강화 대상군을 분리 · 보스와 정예는 강화 대상에서 제외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수성록 (Tower and Dragons) · 최종 결과 보고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0624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수행 경과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수행 경과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 ⑥ — 연구 · 성장 계층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개요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48256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인구 배분(연구소) → 연구 포인트(RP) → 영구 강화로 이어지는 장기 투자 축. 즉시 효과가 없다는 점이 곧 이 시스템의 기회비용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10908792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갈래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주요 노드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설계 의도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타워 계열 (12)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기본 타워 강화, 속성 타워 해금, 관통·범위, 역설계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방어 라인의 상한을 끌어올리는 직접 투자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생산 계열 (13)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식량·목재·석재 증산, 외곽 기본 자원, 특화 자원, 슬라임 농장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확장한 영토를 실제 자원 수익으로 전환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편의 계열 (13)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연구소 확장, 원정 강화, 성 회복, 시야 확장, 타워 이동·재생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후반 마이크로매니지먼트 피로도 저감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47091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 축 분리 설계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020056"/>
            <a:ext cx="10908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연구(RP) — 인구를 연구소에 배치해 획득. 도시 · 방어의 영구 강화 담당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 스킬트리 — 슬라임 섭취와 속성 레벨로 성장. 별도 UI · 별도 재화로 완전 분리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축을 분리한 이유: 하나의 재화로 통합하면 "용 vs 타워" 중 우세한 쪽만 찍는 단일 최적해가 발생하기 때문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8064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현재 상태: 베타 시기에 연구 트리를 전면 개편해 38노드 체계로 재구성. 일부 노드의 효과 연결은 마감 중 (§05 참조)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수성록 (Tower and Dragons) · 최종 결과 보고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0624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수행 경과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수행 경과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구조 — 데이터 주도 설계와 협업 규칙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주도 설계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39696"/>
            <a:ext cx="5669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밸런스 수치를 ScriptableObject · CSV로 분리 → 코드 수정 없이 조정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타워 · 몬스터 · 웨이브 · 연구 · 용 스킬 데이터를 각각 독립 에셋으로 관리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문자열은 전량 스트링테이블 key화(한국어 · 영어 2개 언어)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본문 리터럴 상수 금지 — 의도가 드러나는 상수 · 프로퍼티로 선언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182880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 · 코드 규칙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2139696"/>
            <a:ext cx="48737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비동기는 Coroutine 대신 UniTask로 통일 (async void 금지)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입력은 InputSystem (New) 기반, 키 리바인딩 지원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UnityEvent 구독/발화 순서 규칙 문서화 — 씬 로드 순서 버그 원천 차단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모달은 CameraInputBlocker 공통 컴포넌트로 카메라 입력 차단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20624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협업 체계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517136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— 팀원과 AI 에이전트가 공통으로 따르는 프로젝트 규칙 문서 (커밋 규칙 · 네이밍 · 폴더 구조)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단위 빌드 사이클 — 빌드 노트 → 빌드 → 빌드 결과 보고서 → 다음 주 우선순위 확정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문서 단일 출처(Single Source of Truth) 운영, [미정] 항목은 임의 구현 금지 규칙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· Coplay MCP를 씬 배선 · 컴파일 검증 · 플레이 테스트에 활용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수성록 (Tower and Dragons) · 최종 결과 보고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0624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수행 경과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수행 경과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완성도 보강 — 온보딩 · 밸런싱 · 최적화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온보딩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39696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튜토리얼 전용 씬 — 1~3일차 챕터 방식 (M1~M12)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 목표 미완료 시 밤 진입 차단 및 잔여 목표 안내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본게임 가이드 퀘스트 28종 (건설 · 인구 · 점령 · 연구 · 용 · 보스)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도움말 도감 16종 — 처음 접한 시스템 자동 발견 처리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정지 방지용 자원 · 인구 하한 보장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828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밸런싱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2139696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타워 3종 공격 간격 · 건설 비용 완화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 자원 · 인구 및 생산/전투 수치 조정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 근처 점령지 점령 기간 1일 단축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점령 페널티를 스탯 배율 → 추가 스폰 중심으로 전환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보스 전용 웨이브 · 공격 데이터 보정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밸런스 시뮬레이터 자체 제작 후 수치 검증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1828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최적화 · 안정화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321040" y="2139696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주민 프리팹 오브젝트 풀링 (20개 사전 생성)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아이소메트릭 깊이 정렬 및 방향 전환 처리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세이브/로드 — 낮 정산 경계 기준 저장/복원 파이프라인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자동저장 · 수동저장, 건물 위치 · 회전 · 인구 · 비활성 상태 복원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설정창 · 키 리바인딩 · SoundManager 통합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수성록 (Tower and Dragons) · 최종 결과 보고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0624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수행 경과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수행 경과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지표 · 구현 규모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게임에 실제로 들어간 콘텐츠 기준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13종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963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전투 타워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88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3 · 대공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속성 5 · 특수 4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392424" y="17830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34종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3392424" y="24963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몬스터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3392424" y="2788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지상 24 · 공중 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보스 7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144768" y="17830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70노드</a:t>
            </a:r>
            <a:endParaRPr lang="en-US" sz="3300" dirty="0"/>
          </a:p>
        </p:txBody>
      </p:sp>
      <p:sp>
        <p:nvSpPr>
          <p:cNvPr id="12" name="Text 10"/>
          <p:cNvSpPr txBox="1"/>
          <p:nvPr/>
        </p:nvSpPr>
        <p:spPr>
          <a:xfrm>
            <a:off x="6144768" y="24963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 스킬트리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144768" y="2788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5속성 × 14노드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 80종 · 궁극기 5종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897112" y="17830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38노드</a:t>
            </a:r>
            <a:endParaRPr lang="en-US" sz="3300" dirty="0"/>
          </a:p>
        </p:txBody>
      </p:sp>
      <p:sp>
        <p:nvSpPr>
          <p:cNvPr id="15" name="Text 13"/>
          <p:cNvSpPr txBox="1"/>
          <p:nvPr/>
        </p:nvSpPr>
        <p:spPr>
          <a:xfrm>
            <a:off x="8897112" y="24963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트리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897112" y="2788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타워 12 · 생산 13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편의 13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364992"/>
          <a:ext cx="10908792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71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구현 규모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기본 3종(화살·석궁·머스킷) · 대공 1종 · 속성 5종(얼음·불·암석·시간·생명) · 특수 4종(은신·영혼·가시·강화)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몬스터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지상 24종(탱커·원거리·자폭·마비·힐러·보호형·용사냥꾼·속성 면역/전용 등) · 공중 3종 · 보스 7종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어미용 5속성 · 새끼용 5속성 · 스킬트리 70노드 / 효과 80종 · 궁극기 5종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38노드 3갈래 — 타워 12 · 생산 13 · 편의 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웨이브 · 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본편 28일 웨이브 + 튜토리얼 7일 · 보스 웨이브 4회 · 포탈 4개 · 바이옴 5종 · 지형 페널티 · 랜드마크 17종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건물 · 자원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건물 19종 · 자원 13종(기본 · 특화 · 슬라임) · 자원 노드 시스템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온보딩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튜토리얼 챕터 12 · 가이드 퀘스트 28 · 도움말 도감 16 · 한국어/영어 2개 언어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Text 15"/>
          <p:cNvSpPr txBox="1"/>
          <p:nvPr/>
        </p:nvSpPr>
        <p:spPr>
          <a:xfrm>
            <a:off x="64008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수성록 (Tower and Dragons) · 최종 결과 보고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60624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수행 경과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수행 경과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변경 사항 및 사유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기획 대비 조정한 항목과 그 판단 근거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08792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9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초기 기획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변경된 구현 내용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변경 사유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자원 종류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기본 4종 (식량 · 목재 · 석재 · 광물)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기본 3종 (광물 제외)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자원 가독성 개선 및 관리 복잡도 완화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주둔지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점령 시 주둔지 자동 건설 및 자원 강화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주둔지 제외, 점령 보상 직접 지급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건물 관리 피로도(마이크로매니지먼트) 저감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타워 파괴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파괴 후 재건설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비활성화 후 인구 충원으로 부활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밤 방어 실패 시 즉시 부도되는 스노우볼 완화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적 타겟팅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메인 성과 타워만 공격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새끼용도 적 공격 대상에 포함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새끼용 전술 배치에 리스크-리턴 부여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점령 페널티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점령 시 적 스탯 배율 증가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추가 스폰 중심으로 전환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배율 중첩으로 난이도가 비선형 급증하는 문제 해소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562356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원칙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934456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플레이어에게 "고민할 가치가 없는 복잡도"와 "회복 불가능한 실패"를 만드는 요소를 우선 정리하고, 핵심 재미 루프에 자원을 집중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수성록 (Tower and Dragons) · 최종 결과 보고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0624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수행 경과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수행 경과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시연 영상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10908792" cy="2743200"/>
          </a:xfrm>
          <a:prstGeom prst="rect">
            <a:avLst/>
          </a:prstGeom>
          <a:noFill/>
          <a:ln w="12700">
            <a:solidFill>
              <a:srgbClr val="D8D8D8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시연 영상 삽입 영역 ]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21208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시연 구성안 (제출 요건: 5~10분 / 100MB 이하 / 기능별 소개 음성 포함)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522976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낮 운영 — 건설 · 인구 배치 · 연구  →  ② 밤 방어 — 웨이브 대응 및 타워 비활성화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점령 원정과 영토 확장  →  ④ 용 속성 변경 및 궁극기  →  ⑤ 보스 웨이브  →  ⑥ 승리 조건 달성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수성록 (Tower and Dragons) · 최종 결과 보고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수행 경과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자체 평가 의견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완성도 평가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완성도 점수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231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r>
              <a:rPr lang="en-US" sz="2600" b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66160"/>
            <a:ext cx="3840480" cy="1463040"/>
          </a:xfrm>
          <a:prstGeom prst="rect">
            <a:avLst/>
          </a:prstGeom>
          <a:noFill/>
          <a:ln w="12700">
            <a:solidFill>
              <a:srgbClr val="D8D8D8"/>
            </a:solidFill>
            <a:prstDash val="dash"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 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낮/밤 루프, 인구 배분, 타워 · 전투, 점령, 용, 연구, 세이브/로드까지 핵심 시스템이 모두 연결되어 28일 1회차 완주와 두 가지 승리 경로 도달이 실제로 가능한 상태.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2103120"/>
            <a:ext cx="6611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의도 부합도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414016"/>
            <a:ext cx="6611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"낮의 선택이 밤의 생존을 결정한다"는 컨셉이 인구 배분 · 타워 충원율 · 점령 페널티라는 세 개의 상호 연동 시스템으로 실제 구현됨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3108960"/>
            <a:ext cx="6611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활용 가능성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3419856"/>
            <a:ext cx="6611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밸런스 수치가 데이터 에셋으로 분리되어 있어 코드 수정 없이 콘텐츠 추가 · 수치 조정 · 신규 속성 확장이 가능한 구조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4114800"/>
            <a:ext cx="6611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달성도 · 완성도 종합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4425696"/>
            <a:ext cx="6611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기능은 대부분 구현되었고 전체 흐름 확인이 가능한 수준. 다만 연구 노드 10개 미연결, 대공 타워 세이브 예외, 28일 완주 재검증 등 마감 과제가 남아 있어 9점 이상으로 평가하기는 이름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수성록 (Tower and Dragons) · 최종 결과 보고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0624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자체 평가 의견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자체 평가 의견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추후 개선점 및 느낀 점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추후 개선점 · 보완할 점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31136"/>
            <a:ext cx="5669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잔여 공백 마감 — 연구 노드 10개 효과 연결, 대공 타워 세이브 ID 등록, 봉인석 연구 해금 연결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완주 QA 확대 — 튜토리얼 1~3일차 및 본게임 28일 전 구간 반복 검증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성능 최적화 범위 확대 — 몬스터 오브젝트 풀링 미적용 구간 처리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사전 검증 강화 — 구현 전 소형 프로토타입으로 핵심 재미를 먼저 확인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설계 단계 보완 — 시스템 간 의존 관계를 먼저 확정해 리팩토링 · 통합 비용 절감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192024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느낀 점 · 경험한 성과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2231136"/>
            <a:ext cx="487375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"[작성 필요]" — 조강현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"[작성 필요]" — 김지해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"[작성 필요]" — 이하늘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"[작성 필요]" — 나상욱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5212080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느낀 점은 팀원별로 1~2문장씩 직접 작성 예정입니다.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수성록 (Tower and Dragons) · 최종 결과 보고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자체 평가 의견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65176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1752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kern="0" spc="2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수성록 (Tower and Dragons) · 최종 결과 보고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891272" y="6355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4232</Words>
  <Application>Microsoft Office PowerPoint</Application>
  <PresentationFormat>와이드스크린</PresentationFormat>
  <Paragraphs>475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6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수성록 (Tower and Dragons) 최종 결과 보고</dc:title>
  <dc:subject>PptxGenJS Presentation</dc:subject>
  <dc:creator>Tower and Dragons 3팀</dc:creator>
  <cp:lastModifiedBy>나상욱</cp:lastModifiedBy>
  <cp:revision>2</cp:revision>
  <dcterms:created xsi:type="dcterms:W3CDTF">2026-08-30T10:04:59Z</dcterms:created>
  <dcterms:modified xsi:type="dcterms:W3CDTF">2026-08-31T00:52:17Z</dcterms:modified>
</cp:coreProperties>
</file>